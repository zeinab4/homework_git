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Applications de la Science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Comment les données transforment notre quotidien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Étude de cas : Wave, Santé, Finance et Transport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• Définition de la Data Science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Importance des données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• Objectifs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 processus de la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Collecte → Nettoyage → Analyse → Visualisation → Décision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✓ Détection précoce des maladies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Analyse d'images médicales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Médecine personnalisée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✓ Détection des fraudes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Analyse des risques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Automatisation des décisions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 pratique :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✓ Transactions mobiles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Détection de fraude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Analyse des habitudes clients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Amélioration de l'expérience utilisateur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✓ Google Maps et Waze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Prévision du trafic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Optimisation des itinéraires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Commerce &amp; Divertissement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✓ Netflix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YouTube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Amazon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✓ Recommandations personnalisées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 Data Science améliore la prise de décision et stimule l'innovation dans tous les secteurs.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Références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IBM Data Science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Wave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Google Maps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Netflix Tech Blog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Amazon Science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51206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